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82" y="6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4517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83203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36431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30700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44456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19641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95010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59934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30861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35739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98447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773682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16483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912672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57811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48558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9705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1829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126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548640"/>
            <a:ext cx="2377440" cy="2377440"/>
          </a:xfrm>
          <a:prstGeom prst="ellipse">
            <a:avLst/>
          </a:prstGeom>
          <a:solidFill>
            <a:srgbClr val="B78CE8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486400" y="3768242"/>
            <a:ext cx="1280160" cy="1280160"/>
          </a:xfrm>
          <a:prstGeom prst="ellipse">
            <a:avLst/>
          </a:prstGeom>
          <a:solidFill>
            <a:srgbClr val="B78CE8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2880" y="3749040"/>
            <a:ext cx="822960" cy="822960"/>
          </a:xfrm>
          <a:prstGeom prst="ellipse">
            <a:avLst/>
          </a:prstGeom>
          <a:solidFill>
            <a:srgbClr val="B78CE8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1457750" y="108357"/>
            <a:ext cx="649224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MoodCafe</a:t>
            </a:r>
            <a:r>
              <a:rPr lang="en-US" sz="2000" i="1" dirty="0">
                <a:solidFill>
                  <a:srgbClr val="9FE8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20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r>
              <a:rPr lang="en-US" sz="2000" i="1" dirty="0">
                <a:solidFill>
                  <a:srgbClr val="9FE8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20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2000" i="1" dirty="0">
                <a:solidFill>
                  <a:srgbClr val="9FE8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r>
              <a:rPr lang="en-US" sz="2000" i="1" dirty="0">
                <a:solidFill>
                  <a:srgbClr val="9FE8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r>
              <a:rPr lang="en-US" sz="2000" i="1" dirty="0">
                <a:solidFill>
                  <a:srgbClr val="9FE8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r>
              <a:rPr lang="en-US" sz="2000" i="1" dirty="0">
                <a:solidFill>
                  <a:srgbClr val="9FE8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Sirat , Anshal</a:t>
            </a:r>
            <a:r>
              <a:rPr lang="en-US" sz="2000" i="1" dirty="0">
                <a:solidFill>
                  <a:srgbClr val="9FE8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&amp;</a:t>
            </a:r>
            <a:r>
              <a:rPr lang="en-US" sz="2000" i="1" dirty="0">
                <a:solidFill>
                  <a:srgbClr val="9FE8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Swapna</a:t>
            </a:r>
            <a:endParaRPr lang="en-US" sz="20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256939" y="822960"/>
            <a:ext cx="550378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309838" y="1600200"/>
            <a:ext cx="526800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of us feel stressed by exams, family, money and the future, yet we rarely have a simple, friendly place to notice how we feel and do something small about it.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404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checking in with your mood feel as easy as ordering a coffee?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43600" y="1234440"/>
            <a:ext cx="2743200" cy="2350922"/>
          </a:xfrm>
          <a:prstGeom prst="roundRect">
            <a:avLst>
              <a:gd name="adj" fmla="val 11669"/>
            </a:avLst>
          </a:prstGeom>
          <a:solidFill>
            <a:srgbClr val="F9F7ED"/>
          </a:solidFill>
          <a:ln/>
          <a:effectLst>
            <a:outerShdw blurRad="101600" dist="25400" dir="5400000" algn="bl" rotWithShape="0">
              <a:srgbClr val="7A5AA6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0" descr="/tmp/mc/moodcafe/moodcafe/moodcafe/image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375258"/>
            <a:ext cx="2377440" cy="19851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0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A4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Identification &amp; Motivation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6B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noticed, and why it matters to us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8A4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noticed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41148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7A5AA6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94360" y="2039112"/>
            <a:ext cx="457200" cy="457200"/>
          </a:xfrm>
          <a:prstGeom prst="ellipse">
            <a:avLst/>
          </a:prstGeom>
          <a:solidFill>
            <a:srgbClr val="EDE7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59436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3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😟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4767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Moods change many times a day, but heavy ones often go unnoticed until they turn into stress.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770632"/>
            <a:ext cx="41148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7A5AA6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94360" y="2935224"/>
            <a:ext cx="457200" cy="457200"/>
          </a:xfrm>
          <a:prstGeom prst="ellipse">
            <a:avLst/>
          </a:prstGeom>
          <a:solidFill>
            <a:srgbClr val="EDE7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594360" y="2935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3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843784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comes from many places: studies, family, money, friends and the future.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666744"/>
            <a:ext cx="41148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7A5AA6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94360" y="3831336"/>
            <a:ext cx="457200" cy="457200"/>
          </a:xfrm>
          <a:prstGeom prst="ellipse">
            <a:avLst/>
          </a:prstGeom>
          <a:solidFill>
            <a:srgbClr val="EDE7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594360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3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🤷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739896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people don't know a small, easy first step, so they do nothing.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37760" y="1463040"/>
            <a:ext cx="3749040" cy="3017520"/>
          </a:xfrm>
          <a:prstGeom prst="roundRect">
            <a:avLst>
              <a:gd name="adj" fmla="val 4545"/>
            </a:avLst>
          </a:prstGeom>
          <a:solidFill>
            <a:srgbClr val="8A4FC7"/>
          </a:solidFill>
          <a:ln/>
          <a:effectLst>
            <a:outerShdw blurRad="101600" dist="25400" dir="5400000" algn="bl" rotWithShape="0">
              <a:srgbClr val="7A5AA6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5257800" y="1691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to us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257800" y="21488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i="1" dirty="0">
                <a:solidFill>
                  <a:srgbClr val="FFE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“Noticing how we feel is the first step.”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310896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that, small habits like deep breathing, a walk, good music and healthy food can make a big difference. We wanted that first step to feel warm, not clinical.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681728"/>
            <a:ext cx="706856" cy="329184"/>
          </a:xfrm>
          <a:prstGeom prst="roundRect">
            <a:avLst>
              <a:gd name="adj" fmla="val 22222"/>
            </a:avLst>
          </a:prstGeom>
          <a:solidFill>
            <a:srgbClr val="F9F7E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0" descr="/tmp/mc/moodcafe/moodcafe/moodcafe/images/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718304"/>
            <a:ext cx="392386" cy="25603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273784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MoodCafe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A4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6B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cozy corner where your mood gets a menu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60320" cy="2148840"/>
          </a:xfrm>
          <a:prstGeom prst="roundRect">
            <a:avLst>
              <a:gd name="adj" fmla="val 6383"/>
            </a:avLst>
          </a:prstGeom>
          <a:solidFill>
            <a:srgbClr val="EDE7F6"/>
          </a:solidFill>
          <a:ln/>
          <a:effectLst>
            <a:outerShdw blurRad="101600" dist="25400" dir="5400000" algn="bl" rotWithShape="0">
              <a:srgbClr val="7A5AA6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40080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dirty="0">
                <a:solidFill>
                  <a:srgbClr val="3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2468880" y="162763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8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A4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mood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70048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how you feel from 6 moods and tell us your name.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560320" cy="2148840"/>
          </a:xfrm>
          <a:prstGeom prst="roundRect">
            <a:avLst>
              <a:gd name="adj" fmla="val 6383"/>
            </a:avLst>
          </a:prstGeom>
          <a:solidFill>
            <a:srgbClr val="E0F7FA"/>
          </a:solidFill>
          <a:ln/>
          <a:effectLst>
            <a:outerShdw blurRad="101600" dist="25400" dir="5400000" algn="bl" rotWithShape="0">
              <a:srgbClr val="7A5AA6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474720" y="16276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3474720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dirty="0">
                <a:solidFill>
                  <a:srgbClr val="3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3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162763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8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A4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5 gentle questions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2670048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Energy, sleep, focus, thoughts and patience, nothing complicated.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1463040"/>
            <a:ext cx="2560320" cy="2148840"/>
          </a:xfrm>
          <a:prstGeom prst="roundRect">
            <a:avLst>
              <a:gd name="adj" fmla="val 6383"/>
            </a:avLst>
          </a:prstGeom>
          <a:solidFill>
            <a:srgbClr val="FFF3E0"/>
          </a:solidFill>
          <a:ln/>
          <a:effectLst>
            <a:outerShdw blurRad="101600" dist="25400" dir="5400000" algn="bl" rotWithShape="0">
              <a:srgbClr val="7A5AA6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309360" y="16276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309360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dirty="0">
                <a:solidFill>
                  <a:srgbClr val="3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</a:t>
            </a:r>
            <a:endParaRPr lang="en-US" sz="23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162763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8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A4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your Relax Menu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2670048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stress level and ideas made just for you.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9502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stress level: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240280" y="3950208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2240280" y="395020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 •  5–9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343400" y="3950208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FB8C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4343400" y="395020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•  10–14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46520" y="3950208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EF53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6446520" y="395020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•  15–20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4681728"/>
            <a:ext cx="706856" cy="329184"/>
          </a:xfrm>
          <a:prstGeom prst="roundRect">
            <a:avLst>
              <a:gd name="adj" fmla="val 22222"/>
            </a:avLst>
          </a:prstGeom>
          <a:solidFill>
            <a:srgbClr val="F9F7E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0" descr="/tmp/mc/moodcafe/moodcafe/moodcafe/images/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718304"/>
            <a:ext cx="392386" cy="256032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1273784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MoodCafe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0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A4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Project Features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6B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can do inside MoodCafe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EDE7F6"/>
          </a:solidFill>
          <a:ln/>
          <a:effectLst>
            <a:outerShdw blurRad="101600" dist="25400" dir="5400000" algn="bl" rotWithShape="0">
              <a:srgbClr val="7A5AA6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94360" y="1527048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594360" y="1527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3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5270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4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Check-in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0574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moods, 5 gentle questions and what's on your mind.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E0F7FA"/>
          </a:solidFill>
          <a:ln/>
          <a:effectLst>
            <a:outerShdw blurRad="101600" dist="25400" dir="5400000" algn="bl" rotWithShape="0">
              <a:srgbClr val="7A5AA6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429000" y="1527048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3429000" y="1527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3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15270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4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Report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0574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out of 20 shown as Low, Medium or High.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FFF3E0"/>
          </a:solidFill>
          <a:ln/>
          <a:effectLst>
            <a:outerShdw blurRad="101600" dist="25400" dir="5400000" algn="bl" rotWithShape="0">
              <a:srgbClr val="7A5AA6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263640" y="1527048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263640" y="1527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3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15270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4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 Menu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20574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Meditation, exercise, music and food ideas for you.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FCE4EC"/>
          </a:solidFill>
          <a:ln/>
          <a:effectLst>
            <a:outerShdw blurRad="101600" dist="25400" dir="5400000" algn="bl" rotWithShape="0">
              <a:srgbClr val="7A5AA6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94360" y="3172968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594360" y="3172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3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💜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172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4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Stress Care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steps, a support box and a Help page.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91840" y="306324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E8F5E9"/>
          </a:solidFill>
          <a:ln/>
          <a:effectLst>
            <a:outerShdw blurRad="101600" dist="25400" dir="5400000" algn="bl" rotWithShape="0">
              <a:srgbClr val="7A5AA6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429000" y="3172968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3429000" y="3172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3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🌬️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3931920" y="3172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4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Breathing Circle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429000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calming animated circle you can follow in one minute.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26480" y="306324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E8EAF6"/>
          </a:solidFill>
          <a:ln/>
          <a:effectLst>
            <a:outerShdw blurRad="101600" dist="25400" dir="5400000" algn="bl" rotWithShape="0">
              <a:srgbClr val="7A5AA6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263640" y="3172968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6263640" y="3172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3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3172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4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Navigation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263640" y="3703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Dropdown, quick-jump links and a phone-friendly menu.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4681728"/>
            <a:ext cx="706856" cy="329184"/>
          </a:xfrm>
          <a:prstGeom prst="roundRect">
            <a:avLst>
              <a:gd name="adj" fmla="val 22222"/>
            </a:avLst>
          </a:prstGeom>
          <a:solidFill>
            <a:srgbClr val="F9F7E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5" name="Image 0" descr="/tmp/mc/moodcafe/moodcafe/moodcafe/images/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718304"/>
            <a:ext cx="392386" cy="256032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1273784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MoodCafe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0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A4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6B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tools, no sign-up, no server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02920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7A5AA6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E85F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566928" y="157276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151790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of all 5 pages and the check-in form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502920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7A5AA6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66928" y="2350008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00ACC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66928" y="235000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229514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Gradients, animations and a layout that adapts to phones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502920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7A5AA6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66928" y="3127248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8A4F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66928" y="312724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148840" y="307238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logic, personalised results and the menu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502920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7A5AA6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66928" y="3904488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566928" y="390448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148840" y="384962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your check-in in the browser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760720" y="1463040"/>
            <a:ext cx="2926080" cy="301752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7A5AA6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5989320" y="16642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8A4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be simple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989320" y="2148840"/>
            <a:ext cx="2514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or database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stay on your device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Poppins font from Google Fonts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desktop and phone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access </a:t>
            </a:r>
          </a:p>
          <a:p>
            <a:pPr>
              <a:spcAft>
                <a:spcPts val="800"/>
              </a:spcAft>
              <a:buSzPct val="100000"/>
            </a:pP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681728"/>
            <a:ext cx="706856" cy="329184"/>
          </a:xfrm>
          <a:prstGeom prst="roundRect">
            <a:avLst>
              <a:gd name="adj" fmla="val 22222"/>
            </a:avLst>
          </a:prstGeom>
          <a:solidFill>
            <a:srgbClr val="F9F7E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0" descr="/tmp/mc/moodcafe/moodcafe/moodcafe/images/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718304"/>
            <a:ext cx="392386" cy="256032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273784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MoodCafe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 &amp; Features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D9C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MoodCafe gives you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99616"/>
            <a:ext cx="384048" cy="384048"/>
          </a:xfrm>
          <a:prstGeom prst="ellipse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457200" y="1499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63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working 5-page website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21408"/>
            <a:ext cx="384048" cy="384048"/>
          </a:xfrm>
          <a:prstGeom prst="ellipse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457200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0848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that change with your stress level: Low, Medium or High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84048" cy="384048"/>
          </a:xfrm>
          <a:prstGeom prst="ellipse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5720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70662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care for High stress with calm steps and helplines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364992"/>
            <a:ext cx="384048" cy="384048"/>
          </a:xfrm>
          <a:prstGeom prst="ellipse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45720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32841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navigation on both computers and phones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986784"/>
            <a:ext cx="384048" cy="384048"/>
          </a:xfrm>
          <a:prstGeom prst="ellipse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457200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9502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by design: nothing leaves your browser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035040" y="1463040"/>
            <a:ext cx="2651760" cy="3017520"/>
          </a:xfrm>
          <a:prstGeom prst="roundRect">
            <a:avLst>
              <a:gd name="adj" fmla="val 5172"/>
            </a:avLst>
          </a:prstGeom>
          <a:solidFill>
            <a:srgbClr val="5B3496"/>
          </a:solidFill>
          <a:ln/>
          <a:effectLst>
            <a:outerShdw blurRad="101600" dist="25400" dir="5400000" algn="bl" rotWithShape="0">
              <a:srgbClr val="7A5AA6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263640" y="16642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What's next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21488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mood journal to see how you feel over time, and a music page with playlists for every mood.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37490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9F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care by Sirat, Anshal &amp; Swapna. 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18253" y="4654296"/>
            <a:ext cx="816584" cy="384048"/>
          </a:xfrm>
          <a:prstGeom prst="roundRect">
            <a:avLst>
              <a:gd name="adj" fmla="val 22222"/>
            </a:avLst>
          </a:prstGeom>
          <a:solidFill>
            <a:srgbClr val="F9F7ED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24" name="Image 0" descr="/tmp/mc/moodcafe/moodcafe/moodcafe/images/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718304"/>
            <a:ext cx="392386" cy="256032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273784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9C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MoodCafe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D9C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</TotalTime>
  <Words>549</Words>
  <Application>Microsoft Office PowerPoint</Application>
  <PresentationFormat>On-screen Show (16:9)</PresentationFormat>
  <Paragraphs>101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MoodCafe</dc:title>
  <dc:subject>PptxGenJS Presentation</dc:subject>
  <dc:creator>Sirat, Anshal, Swapna</dc:creator>
  <cp:lastModifiedBy>krish Sharma</cp:lastModifiedBy>
  <cp:revision>5</cp:revision>
  <dcterms:created xsi:type="dcterms:W3CDTF">2026-10-28T08:16:08Z</dcterms:created>
  <dcterms:modified xsi:type="dcterms:W3CDTF">2026-10-28T17:00:19Z</dcterms:modified>
</cp:coreProperties>
</file>